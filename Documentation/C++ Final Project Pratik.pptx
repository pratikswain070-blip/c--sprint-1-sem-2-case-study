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_rels/slide6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6.png" ContentType="image/png"/>
  <Override PartName="/ppt/media/image4.png" ContentType="image/png"/>
  <Override PartName="/ppt/media/image2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6960" cy="408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28CDF3-1C48-479F-A2D1-5CF59933C0DF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600" cy="14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160" cy="369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3E58B3-AB19-4243-8E92-3397F51D9BAC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7960" cy="6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5203FE-3B54-4046-B532-E28425482F0C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1488D5-CF04-48A3-AD3F-A14F0734C77C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9760" cy="19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IN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9760" cy="12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90538D-F10A-46B9-98F8-7458902FB76C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14D1DB-C42B-447B-AD7C-2DAD3D5FB149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976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89C73F-7056-412F-B6C9-23EE16A4FC0E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C3968B-772A-49CE-BAFB-30174EEC7F3B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229494-7276-4DE4-B1DD-A8D4D01C8D08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082175-06BE-4452-BB26-9CCFE04BF73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280" cy="7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280" cy="31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9D64FD-BF34-4507-A057-1040E34C1160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2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Case Study 94: Secure Online Voting System</a:t>
            </a:r>
            <a:endParaRPr b="0" lang="en-IN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Pratik Kumar Swain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55;p13" descr=""/>
          <p:cNvPicPr/>
          <p:nvPr/>
        </p:nvPicPr>
        <p:blipFill>
          <a:blip r:embed="rId1"/>
          <a:stretch/>
        </p:blipFill>
        <p:spPr>
          <a:xfrm>
            <a:off x="2662200" y="942480"/>
            <a:ext cx="3818880" cy="119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0" y="72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62;p 1" descr=""/>
          <p:cNvPicPr/>
          <p:nvPr/>
        </p:nvPicPr>
        <p:blipFill>
          <a:blip r:embed="rId2"/>
          <a:stretch/>
        </p:blipFill>
        <p:spPr>
          <a:xfrm>
            <a:off x="8226000" y="4226040"/>
            <a:ext cx="917280" cy="91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0" y="720"/>
            <a:ext cx="9143280" cy="51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62;p 2" descr=""/>
          <p:cNvPicPr/>
          <p:nvPr/>
        </p:nvPicPr>
        <p:blipFill>
          <a:blip r:embed="rId2"/>
          <a:stretch/>
        </p:blipFill>
        <p:spPr>
          <a:xfrm>
            <a:off x="8226000" y="4226040"/>
            <a:ext cx="917280" cy="91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0" y="39600"/>
            <a:ext cx="9143280" cy="50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62;p 3" descr=""/>
          <p:cNvPicPr/>
          <p:nvPr/>
        </p:nvPicPr>
        <p:blipFill>
          <a:blip r:embed="rId2"/>
          <a:stretch/>
        </p:blipFill>
        <p:spPr>
          <a:xfrm>
            <a:off x="8226360" y="4226400"/>
            <a:ext cx="917280" cy="91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2960" y="-23040"/>
            <a:ext cx="9143280" cy="51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62;p 5" descr=""/>
          <p:cNvPicPr/>
          <p:nvPr/>
        </p:nvPicPr>
        <p:blipFill>
          <a:blip r:embed="rId2"/>
          <a:stretch/>
        </p:blipFill>
        <p:spPr>
          <a:xfrm>
            <a:off x="8226720" y="4226760"/>
            <a:ext cx="917280" cy="91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2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b="0" lang="en-IN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68;p15" descr=""/>
          <p:cNvPicPr/>
          <p:nvPr/>
        </p:nvPicPr>
        <p:blipFill>
          <a:blip r:embed="rId1"/>
          <a:stretch/>
        </p:blipFill>
        <p:spPr>
          <a:xfrm>
            <a:off x="2662200" y="942480"/>
            <a:ext cx="3818880" cy="119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LibreOffice/25.8.1.1$MacOSX_AARCH64 LibreOffice_project/54047653041915e595ad4e45cccea684809c77b5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2026-03-11T15:42:30Z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